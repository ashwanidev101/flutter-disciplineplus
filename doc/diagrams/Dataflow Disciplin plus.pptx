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28295-6C00-66B1-E886-902ADEC08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E76AA-F00F-FEAF-8099-3174BC44E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C0FFB-9BB7-8578-D4C2-13420692C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C177-5FAE-4CD1-9764-0B0EA31B4EF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E2806-B48E-9798-90EB-AC0224242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B968A-3A98-3FD4-A00C-B8FE7E56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34C7-88C0-4F92-A52D-8CEDEB89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34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2D2B7-D152-6617-9B6F-E5A2DD58A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44114-6D99-8D9C-79F2-AF3B1FAA2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669E8-C800-9D1B-AE13-402039DC7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C177-5FAE-4CD1-9764-0B0EA31B4EF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4C8DD-FA6C-DA41-CE0D-F1AAF8B5F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2E7C2-DB81-E1F0-5B08-B59B81A45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34C7-88C0-4F92-A52D-8CEDEB89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8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A62F2-3D81-493C-8CC2-BFBA6ACD2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12E1D-C9F5-822B-021A-616C43A26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621E5-8FCC-00E2-C7BE-6DE5CEDFE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C177-5FAE-4CD1-9764-0B0EA31B4EF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1888A-6A80-16A3-F8BF-80C4521A1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9206-FEFF-CB10-52A8-7C8A724BF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34C7-88C0-4F92-A52D-8CEDEB89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053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48DD0-AF0A-651D-ECF3-9AE5015B2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F413B-037F-110B-DAFC-901AE68F8E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6696D0-D14B-52C7-0F85-6E4AF3DA0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8CCF2-612C-59A9-1C62-B8EFC4456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C177-5FAE-4CD1-9764-0B0EA31B4EF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B2622-796F-9A79-D055-4BEE55791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2E831-9D74-3AD6-2FAD-D296B44E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34C7-88C0-4F92-A52D-8CEDEB89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784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7BA2F-DC6D-3830-D3EE-C4316D78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B40A0-CE67-4D08-C24D-061B1CF01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A58FF-8193-EC15-BE41-81F7EF2F12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50C838-8C70-ECE8-5C39-4224EC21DF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E143D7-8339-BF47-A007-980B07826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7381C8-A76C-E1DE-AF89-46C04003C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C177-5FAE-4CD1-9764-0B0EA31B4EF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E706A8-D166-9056-7853-ABA23892F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19302C-72DC-FF1B-22D9-BA89BAAA8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34C7-88C0-4F92-A52D-8CEDEB89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378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8031-E3AE-C42C-CDA0-DF25ED569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C9A4ED-7A52-C8CE-9F8D-CDA18C37E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C177-5FAE-4CD1-9764-0B0EA31B4EF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C38FA6-A016-846B-CDEE-D34B8C4BF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13F59-48F1-3A6E-44D1-0D40B1AF1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34C7-88C0-4F92-A52D-8CEDEB89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2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A5E05E-17F1-217F-4B4D-BB2E6CC0A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C177-5FAE-4CD1-9764-0B0EA31B4EF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553B7-5143-AA1E-0096-05B01106D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077F8-D451-7DD6-03AD-FB0B769B3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34C7-88C0-4F92-A52D-8CEDEB89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038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1E469-5E5F-8D46-21E3-BCA85F9B6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B0206-C461-37F4-5C94-FC843C103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FC5BBA-FFB5-F7D3-325B-4EFB496EA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DF053-5502-6A8B-C0C4-2A646A851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C177-5FAE-4CD1-9764-0B0EA31B4EF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EE4C3-9E49-E2B5-E93C-ED0865DF3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19F64-6B2A-324C-1712-9E024B284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34C7-88C0-4F92-A52D-8CEDEB89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15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45D69-1EAA-F226-0CC6-F3B684FC5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FCA4AD-FCDE-13CA-7047-001AA41947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D26302-F7D9-B120-CAC9-7F6F63AEA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3DE1E-26AB-97CC-F73F-C19D0DD2C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C177-5FAE-4CD1-9764-0B0EA31B4EF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30FF7-CD2A-52CE-D914-0D60E86AF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0BA992-C2B6-2B48-9123-4539B31B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34C7-88C0-4F92-A52D-8CEDEB89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939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B3BC6-CBCC-6722-01E6-EC794E33C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BB2F63-014F-6B96-41A2-4CBE44CAD4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EBFAB-658B-8FAF-FFEF-D903B34D0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C177-5FAE-4CD1-9764-0B0EA31B4EF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E56B9-EF96-64B5-A78F-AB84F2B20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6A29A-4989-B59E-7A7F-2FB89EF7C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34C7-88C0-4F92-A52D-8CEDEB89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650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D009A7-2E99-415D-000B-B74BCB26B2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479540-1EC7-51C7-60A4-10178CA5F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3A942-E715-C380-DDFE-00E53204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4C177-5FAE-4CD1-9764-0B0EA31B4EF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27315-AF7C-4F18-617C-B773DC489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E8FEE-D646-8325-D8DE-705019A0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34C7-88C0-4F92-A52D-8CEDEB89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14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2EAB4A-CDA9-AB0B-09FA-EDED0D984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890CA-17F1-FB2E-F8B4-1D3F2DB21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C323A-1DFD-3109-867D-F07F9B3693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4C177-5FAE-4CD1-9764-0B0EA31B4EFD}" type="datetimeFigureOut">
              <a:rPr lang="en-IN" smtClean="0"/>
              <a:t>06-10-2025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F61CE-048C-99C5-3963-28D83AA56C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A4E1B-0FE7-1CE4-58A1-789ABFA5F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7834C7-88C0-4F92-A52D-8CEDEB897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749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21F53FA-5C15-33CD-B5E9-F6B3B28549A4}"/>
              </a:ext>
            </a:extLst>
          </p:cNvPr>
          <p:cNvSpPr/>
          <p:nvPr/>
        </p:nvSpPr>
        <p:spPr>
          <a:xfrm>
            <a:off x="-1123993" y="483506"/>
            <a:ext cx="898759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users</a:t>
            </a:r>
            <a:endParaRPr lang="en-IN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D2D31B-4010-F14A-A09F-1481EC1CCCE6}"/>
              </a:ext>
            </a:extLst>
          </p:cNvPr>
          <p:cNvSpPr/>
          <p:nvPr/>
        </p:nvSpPr>
        <p:spPr>
          <a:xfrm>
            <a:off x="119616" y="483506"/>
            <a:ext cx="898759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user1</a:t>
            </a:r>
            <a:endParaRPr lang="en-IN" sz="1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8F4B9D-9C07-6A07-D7CA-1A5D6C5A3AA9}"/>
              </a:ext>
            </a:extLst>
          </p:cNvPr>
          <p:cNvSpPr/>
          <p:nvPr/>
        </p:nvSpPr>
        <p:spPr>
          <a:xfrm>
            <a:off x="1274259" y="1123587"/>
            <a:ext cx="898759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food_list</a:t>
            </a:r>
            <a:endParaRPr lang="en-IN" sz="1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9B19D1-ADE1-77D2-5353-04C49F1D5D9D}"/>
              </a:ext>
            </a:extLst>
          </p:cNvPr>
          <p:cNvSpPr/>
          <p:nvPr/>
        </p:nvSpPr>
        <p:spPr>
          <a:xfrm>
            <a:off x="4296426" y="1070319"/>
            <a:ext cx="2766786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Id, foodname, kcal, foodstats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613ED8-CC3A-644C-A8A1-BBFB21DA45B1}"/>
              </a:ext>
            </a:extLst>
          </p:cNvPr>
          <p:cNvSpPr/>
          <p:nvPr/>
        </p:nvSpPr>
        <p:spPr>
          <a:xfrm>
            <a:off x="1274258" y="2527696"/>
            <a:ext cx="898759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history</a:t>
            </a:r>
            <a:endParaRPr lang="en-IN" sz="14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D9F17EB-2939-77B2-4EFC-8B0CCA58D85A}"/>
              </a:ext>
            </a:extLst>
          </p:cNvPr>
          <p:cNvSpPr/>
          <p:nvPr/>
        </p:nvSpPr>
        <p:spPr>
          <a:xfrm>
            <a:off x="2817187" y="2512958"/>
            <a:ext cx="658369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2025</a:t>
            </a:r>
            <a:endParaRPr lang="en-IN" sz="1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265981B-50F6-4CEC-9D94-A8A02F3F6124}"/>
              </a:ext>
            </a:extLst>
          </p:cNvPr>
          <p:cNvSpPr/>
          <p:nvPr/>
        </p:nvSpPr>
        <p:spPr>
          <a:xfrm>
            <a:off x="4321769" y="2498798"/>
            <a:ext cx="517187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63C64C2-F4C8-DC8C-9CD5-17137B4AFDE5}"/>
              </a:ext>
            </a:extLst>
          </p:cNvPr>
          <p:cNvSpPr/>
          <p:nvPr/>
        </p:nvSpPr>
        <p:spPr>
          <a:xfrm>
            <a:off x="5288557" y="2498798"/>
            <a:ext cx="658369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13</a:t>
            </a:r>
            <a:endParaRPr lang="en-IN" sz="14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FEBA634-3D2F-F109-828E-4AC0418C8116}"/>
              </a:ext>
            </a:extLst>
          </p:cNvPr>
          <p:cNvSpPr/>
          <p:nvPr/>
        </p:nvSpPr>
        <p:spPr>
          <a:xfrm>
            <a:off x="7409420" y="2426623"/>
            <a:ext cx="1943581" cy="6400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food_consumed_list</a:t>
            </a:r>
            <a:br>
              <a:rPr lang="en-US" sz="1400" dirty="0"/>
            </a:br>
            <a:r>
              <a:rPr lang="en-US" sz="1400" dirty="0"/>
              <a:t>- foodstats</a:t>
            </a:r>
            <a:endParaRPr lang="en-IN" sz="14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95A3F8A-5FC2-3654-34B9-2BAFA28B20A2}"/>
              </a:ext>
            </a:extLst>
          </p:cNvPr>
          <p:cNvSpPr/>
          <p:nvPr/>
        </p:nvSpPr>
        <p:spPr>
          <a:xfrm>
            <a:off x="9818764" y="2426623"/>
            <a:ext cx="1943581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#Id, count, timestamp</a:t>
            </a:r>
            <a:endParaRPr lang="en-IN" sz="1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F2AD99-6BBB-4710-75CE-EEBBAC09C306}"/>
              </a:ext>
            </a:extLst>
          </p:cNvPr>
          <p:cNvSpPr/>
          <p:nvPr/>
        </p:nvSpPr>
        <p:spPr>
          <a:xfrm>
            <a:off x="1274258" y="1793787"/>
            <a:ext cx="1049842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schedule</a:t>
            </a:r>
            <a:endParaRPr lang="en-IN" sz="14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5325193-9CD1-3ACF-A778-EE1098712662}"/>
              </a:ext>
            </a:extLst>
          </p:cNvPr>
          <p:cNvSpPr/>
          <p:nvPr/>
        </p:nvSpPr>
        <p:spPr>
          <a:xfrm>
            <a:off x="2817187" y="1779048"/>
            <a:ext cx="1160604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Mon, Tue...</a:t>
            </a:r>
            <a:endParaRPr lang="en-IN" sz="1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9300C56-148C-8DC9-FFAE-9526F1043ED2}"/>
              </a:ext>
            </a:extLst>
          </p:cNvPr>
          <p:cNvSpPr/>
          <p:nvPr/>
        </p:nvSpPr>
        <p:spPr>
          <a:xfrm>
            <a:off x="4341713" y="1735680"/>
            <a:ext cx="1477017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initiative_list</a:t>
            </a:r>
            <a:endParaRPr lang="en-IN" sz="14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2511F69-D6B9-1CF0-BD6A-560C172635D3}"/>
              </a:ext>
            </a:extLst>
          </p:cNvPr>
          <p:cNvCxnSpPr>
            <a:cxnSpLocks/>
          </p:cNvCxnSpPr>
          <p:nvPr/>
        </p:nvCxnSpPr>
        <p:spPr>
          <a:xfrm>
            <a:off x="0" y="-38100"/>
            <a:ext cx="0" cy="6934200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215285E-7C26-E35F-1A41-C2BF5CEE4564}"/>
              </a:ext>
            </a:extLst>
          </p:cNvPr>
          <p:cNvCxnSpPr>
            <a:cxnSpLocks/>
          </p:cNvCxnSpPr>
          <p:nvPr/>
        </p:nvCxnSpPr>
        <p:spPr>
          <a:xfrm>
            <a:off x="1104751" y="0"/>
            <a:ext cx="0" cy="6896100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6EA6F5E-F147-FEC2-1D96-41D4E2B9E620}"/>
              </a:ext>
            </a:extLst>
          </p:cNvPr>
          <p:cNvSpPr/>
          <p:nvPr/>
        </p:nvSpPr>
        <p:spPr>
          <a:xfrm>
            <a:off x="1266314" y="483507"/>
            <a:ext cx="1211403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Initiative_list</a:t>
            </a:r>
            <a:endParaRPr lang="en-IN" sz="14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7E3B4EF-BE08-E615-D83F-17C866D44D1B}"/>
              </a:ext>
            </a:extLst>
          </p:cNvPr>
          <p:cNvCxnSpPr>
            <a:cxnSpLocks/>
          </p:cNvCxnSpPr>
          <p:nvPr/>
        </p:nvCxnSpPr>
        <p:spPr>
          <a:xfrm>
            <a:off x="2634541" y="0"/>
            <a:ext cx="0" cy="6858000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01A88AF-7824-3C42-8CA3-30F0C5BF3A82}"/>
              </a:ext>
            </a:extLst>
          </p:cNvPr>
          <p:cNvCxnSpPr>
            <a:cxnSpLocks/>
          </p:cNvCxnSpPr>
          <p:nvPr/>
        </p:nvCxnSpPr>
        <p:spPr>
          <a:xfrm>
            <a:off x="12010662" y="-76200"/>
            <a:ext cx="0" cy="6934200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5A3C9F8-7D25-9265-9555-AF24427ABE23}"/>
              </a:ext>
            </a:extLst>
          </p:cNvPr>
          <p:cNvSpPr/>
          <p:nvPr/>
        </p:nvSpPr>
        <p:spPr>
          <a:xfrm>
            <a:off x="4296426" y="430238"/>
            <a:ext cx="2766786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Id, title, completion time, break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EC01504-F22B-E9C1-DBFB-2EB773A786B8}"/>
              </a:ext>
            </a:extLst>
          </p:cNvPr>
          <p:cNvSpPr/>
          <p:nvPr/>
        </p:nvSpPr>
        <p:spPr>
          <a:xfrm>
            <a:off x="7403079" y="3253594"/>
            <a:ext cx="2254694" cy="6400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initiative_complete _list</a:t>
            </a:r>
          </a:p>
          <a:p>
            <a:r>
              <a:rPr lang="en-US" sz="1400" dirty="0"/>
              <a:t>- initiativestats</a:t>
            </a:r>
            <a:endParaRPr lang="en-IN" sz="1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CD7558E-54F7-3DB2-B9A6-DE06B5A97D00}"/>
              </a:ext>
            </a:extLst>
          </p:cNvPr>
          <p:cNvSpPr/>
          <p:nvPr/>
        </p:nvSpPr>
        <p:spPr>
          <a:xfrm>
            <a:off x="9833119" y="3209916"/>
            <a:ext cx="1189740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#Id Initiative</a:t>
            </a:r>
            <a:endParaRPr lang="en-IN" sz="14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90F2669-3A65-CB09-0CD0-77EBACCA3EDD}"/>
              </a:ext>
            </a:extLst>
          </p:cNvPr>
          <p:cNvSpPr/>
          <p:nvPr/>
        </p:nvSpPr>
        <p:spPr>
          <a:xfrm>
            <a:off x="1266314" y="4136657"/>
            <a:ext cx="1127915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heatmap</a:t>
            </a:r>
            <a:endParaRPr lang="en-IN" sz="14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DA315BC-5C7D-6F7C-0AEF-FCF987348348}"/>
              </a:ext>
            </a:extLst>
          </p:cNvPr>
          <p:cNvSpPr/>
          <p:nvPr/>
        </p:nvSpPr>
        <p:spPr>
          <a:xfrm>
            <a:off x="2809275" y="4091498"/>
            <a:ext cx="658369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2025</a:t>
            </a:r>
            <a:endParaRPr lang="en-IN" sz="14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321D8E7-0BA9-E1C1-9BD7-EB5971D128E8}"/>
              </a:ext>
            </a:extLst>
          </p:cNvPr>
          <p:cNvSpPr/>
          <p:nvPr/>
        </p:nvSpPr>
        <p:spPr>
          <a:xfrm>
            <a:off x="4383797" y="4050461"/>
            <a:ext cx="517187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FAAC3AA-9E42-8CB2-AD94-F669E17CE084}"/>
              </a:ext>
            </a:extLst>
          </p:cNvPr>
          <p:cNvSpPr/>
          <p:nvPr/>
        </p:nvSpPr>
        <p:spPr>
          <a:xfrm>
            <a:off x="5264417" y="4038873"/>
            <a:ext cx="1718687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diet_heatmap</a:t>
            </a:r>
            <a:endParaRPr lang="en-IN" sz="1400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DDAA0C7-C275-04D9-A547-6D33C3A577D5}"/>
              </a:ext>
            </a:extLst>
          </p:cNvPr>
          <p:cNvSpPr/>
          <p:nvPr/>
        </p:nvSpPr>
        <p:spPr>
          <a:xfrm>
            <a:off x="5264417" y="4504222"/>
            <a:ext cx="1718687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overview_heatmap</a:t>
            </a:r>
            <a:endParaRPr lang="en-IN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396E98B-9DA4-82AC-4B4D-D45C7D00DFA7}"/>
              </a:ext>
            </a:extLst>
          </p:cNvPr>
          <p:cNvSpPr txBox="1"/>
          <p:nvPr/>
        </p:nvSpPr>
        <p:spPr>
          <a:xfrm>
            <a:off x="7371233" y="4516316"/>
            <a:ext cx="31790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1:10%, 2:20%, 3:5%, 4:5, 5:72%, 6:80% . . . 31:1%</a:t>
            </a:r>
            <a:endParaRPr lang="en-IN" sz="11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4E78368-E09D-B0FD-02C5-1ADF060012D6}"/>
              </a:ext>
            </a:extLst>
          </p:cNvPr>
          <p:cNvSpPr txBox="1"/>
          <p:nvPr/>
        </p:nvSpPr>
        <p:spPr>
          <a:xfrm>
            <a:off x="7371233" y="4024327"/>
            <a:ext cx="347723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1:1500, 2:1600, 3:1500, 4:4000, 5:16000, 6:-1 . . . 31:-1</a:t>
            </a:r>
            <a:endParaRPr lang="en-IN" sz="11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E5A4D5-45EF-FE0F-4EE8-A94334488FFC}"/>
              </a:ext>
            </a:extLst>
          </p:cNvPr>
          <p:cNvSpPr txBox="1"/>
          <p:nvPr/>
        </p:nvSpPr>
        <p:spPr>
          <a:xfrm>
            <a:off x="7388910" y="4910245"/>
            <a:ext cx="24332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Init_id_1: {1,2,5,8,15, 31}</a:t>
            </a:r>
          </a:p>
          <a:p>
            <a:r>
              <a:rPr lang="en-US" sz="1100" dirty="0"/>
              <a:t>Init_id_2: {1,2,5,8,15, 31}</a:t>
            </a:r>
          </a:p>
          <a:p>
            <a:r>
              <a:rPr lang="en-US" sz="1100" dirty="0"/>
              <a:t>Init_id_1: {1,2,5,8,15, 31}</a:t>
            </a:r>
          </a:p>
          <a:p>
            <a:r>
              <a:rPr lang="en-US" sz="1100" dirty="0"/>
              <a:t>Init_id_2: {1,2,5,8,15, 31}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FE3C7D6-B79D-8C18-2F7C-E27D76029D4C}"/>
              </a:ext>
            </a:extLst>
          </p:cNvPr>
          <p:cNvSpPr/>
          <p:nvPr/>
        </p:nvSpPr>
        <p:spPr>
          <a:xfrm>
            <a:off x="5264416" y="4975119"/>
            <a:ext cx="1827330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individual_heatmap</a:t>
            </a:r>
            <a:endParaRPr lang="en-IN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A575EC-FA08-38D6-FE20-8EC52CC956A9}"/>
              </a:ext>
            </a:extLst>
          </p:cNvPr>
          <p:cNvSpPr txBox="1"/>
          <p:nvPr/>
        </p:nvSpPr>
        <p:spPr>
          <a:xfrm>
            <a:off x="2773770" y="202467"/>
            <a:ext cx="3946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doc</a:t>
            </a:r>
            <a:endParaRPr lang="en-IN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FC45F1-57B0-1412-6CF4-7888B74E2A84}"/>
              </a:ext>
            </a:extLst>
          </p:cNvPr>
          <p:cNvSpPr txBox="1"/>
          <p:nvPr/>
        </p:nvSpPr>
        <p:spPr>
          <a:xfrm>
            <a:off x="2748427" y="852817"/>
            <a:ext cx="3946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doc</a:t>
            </a:r>
            <a:endParaRPr lang="en-IN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1F3A01-B9C4-FA2C-530B-E775814C3832}"/>
              </a:ext>
            </a:extLst>
          </p:cNvPr>
          <p:cNvSpPr txBox="1"/>
          <p:nvPr/>
        </p:nvSpPr>
        <p:spPr>
          <a:xfrm>
            <a:off x="-1141296" y="245881"/>
            <a:ext cx="356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col</a:t>
            </a:r>
            <a:endParaRPr lang="en-IN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5C72F3-CF7F-D097-8740-6A764BA2E647}"/>
              </a:ext>
            </a:extLst>
          </p:cNvPr>
          <p:cNvSpPr txBox="1"/>
          <p:nvPr/>
        </p:nvSpPr>
        <p:spPr>
          <a:xfrm>
            <a:off x="1275452" y="2306405"/>
            <a:ext cx="356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col</a:t>
            </a:r>
            <a:endParaRPr lang="en-IN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101AD8-D31B-BD8C-A911-98997A35041C}"/>
              </a:ext>
            </a:extLst>
          </p:cNvPr>
          <p:cNvSpPr txBox="1"/>
          <p:nvPr/>
        </p:nvSpPr>
        <p:spPr>
          <a:xfrm>
            <a:off x="2831355" y="3845277"/>
            <a:ext cx="3946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doc</a:t>
            </a:r>
            <a:endParaRPr lang="en-IN" sz="1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4127C8-D372-BC87-0247-193539CA5628}"/>
              </a:ext>
            </a:extLst>
          </p:cNvPr>
          <p:cNvSpPr txBox="1"/>
          <p:nvPr/>
        </p:nvSpPr>
        <p:spPr>
          <a:xfrm>
            <a:off x="1276876" y="3900356"/>
            <a:ext cx="356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col</a:t>
            </a:r>
            <a:endParaRPr lang="en-IN" sz="10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5BC611-C28F-3DE1-140D-1764E722FC03}"/>
              </a:ext>
            </a:extLst>
          </p:cNvPr>
          <p:cNvSpPr txBox="1"/>
          <p:nvPr/>
        </p:nvSpPr>
        <p:spPr>
          <a:xfrm>
            <a:off x="2765767" y="2281423"/>
            <a:ext cx="3946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doc</a:t>
            </a:r>
            <a:endParaRPr lang="en-IN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DD716F-C4B0-7850-2F42-E4B8E8844957}"/>
              </a:ext>
            </a:extLst>
          </p:cNvPr>
          <p:cNvSpPr txBox="1"/>
          <p:nvPr/>
        </p:nvSpPr>
        <p:spPr>
          <a:xfrm>
            <a:off x="2766409" y="1566980"/>
            <a:ext cx="3946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doc</a:t>
            </a:r>
            <a:endParaRPr lang="en-IN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2425A38-AB32-AAE4-17FD-9768B3DD45A0}"/>
              </a:ext>
            </a:extLst>
          </p:cNvPr>
          <p:cNvSpPr txBox="1"/>
          <p:nvPr/>
        </p:nvSpPr>
        <p:spPr>
          <a:xfrm>
            <a:off x="9786406" y="2182823"/>
            <a:ext cx="3946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doc</a:t>
            </a:r>
            <a:endParaRPr lang="en-IN" sz="1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4532B3-CC33-59C2-BDE8-701F31E9992B}"/>
              </a:ext>
            </a:extLst>
          </p:cNvPr>
          <p:cNvSpPr txBox="1"/>
          <p:nvPr/>
        </p:nvSpPr>
        <p:spPr>
          <a:xfrm>
            <a:off x="9786406" y="2997098"/>
            <a:ext cx="3946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doc</a:t>
            </a:r>
            <a:endParaRPr lang="en-IN" sz="1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8E4F65-29BC-7ADB-DCBB-C847C0445BE9}"/>
              </a:ext>
            </a:extLst>
          </p:cNvPr>
          <p:cNvSpPr txBox="1"/>
          <p:nvPr/>
        </p:nvSpPr>
        <p:spPr>
          <a:xfrm>
            <a:off x="4329973" y="3804240"/>
            <a:ext cx="356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col</a:t>
            </a:r>
            <a:endParaRPr lang="en-IN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462D17-4ECC-855A-D1CF-E417872E03B5}"/>
              </a:ext>
            </a:extLst>
          </p:cNvPr>
          <p:cNvSpPr txBox="1"/>
          <p:nvPr/>
        </p:nvSpPr>
        <p:spPr>
          <a:xfrm>
            <a:off x="7438192" y="3045997"/>
            <a:ext cx="356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col</a:t>
            </a:r>
            <a:endParaRPr lang="en-IN" sz="1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928FB3-E44D-A7D3-5B5C-3C0DB2A0DF7A}"/>
              </a:ext>
            </a:extLst>
          </p:cNvPr>
          <p:cNvSpPr txBox="1"/>
          <p:nvPr/>
        </p:nvSpPr>
        <p:spPr>
          <a:xfrm>
            <a:off x="7422047" y="2188749"/>
            <a:ext cx="3946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col</a:t>
            </a:r>
            <a:endParaRPr lang="en-IN" sz="10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72EA4D8-77C4-9FCB-3899-5045CE8E21AF}"/>
              </a:ext>
            </a:extLst>
          </p:cNvPr>
          <p:cNvSpPr txBox="1"/>
          <p:nvPr/>
        </p:nvSpPr>
        <p:spPr>
          <a:xfrm>
            <a:off x="4278776" y="2255666"/>
            <a:ext cx="356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col</a:t>
            </a:r>
            <a:endParaRPr lang="en-IN" sz="10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77C4C1-8931-2DAF-5B31-42F3491C298E}"/>
              </a:ext>
            </a:extLst>
          </p:cNvPr>
          <p:cNvSpPr txBox="1"/>
          <p:nvPr/>
        </p:nvSpPr>
        <p:spPr>
          <a:xfrm>
            <a:off x="94870" y="262921"/>
            <a:ext cx="3946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doc</a:t>
            </a:r>
            <a:endParaRPr lang="en-IN" sz="1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422DE5-7789-8872-6C88-7C2715241658}"/>
              </a:ext>
            </a:extLst>
          </p:cNvPr>
          <p:cNvSpPr txBox="1"/>
          <p:nvPr/>
        </p:nvSpPr>
        <p:spPr>
          <a:xfrm>
            <a:off x="1263459" y="1569550"/>
            <a:ext cx="356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col</a:t>
            </a:r>
            <a:endParaRPr lang="en-IN" sz="1000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B3C664F-85B2-8F35-2BC5-2FD656180E8A}"/>
              </a:ext>
            </a:extLst>
          </p:cNvPr>
          <p:cNvSpPr/>
          <p:nvPr/>
        </p:nvSpPr>
        <p:spPr>
          <a:xfrm>
            <a:off x="2798397" y="1102383"/>
            <a:ext cx="487761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#Id</a:t>
            </a:r>
            <a:endParaRPr lang="en-IN" sz="1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32664E0-C65C-03F3-6487-A8EC97AEDBE6}"/>
              </a:ext>
            </a:extLst>
          </p:cNvPr>
          <p:cNvSpPr txBox="1"/>
          <p:nvPr/>
        </p:nvSpPr>
        <p:spPr>
          <a:xfrm>
            <a:off x="1220511" y="878496"/>
            <a:ext cx="356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col</a:t>
            </a:r>
            <a:endParaRPr lang="en-IN" sz="1000" dirty="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1D1FED9A-1833-09D3-FD69-623792B83553}"/>
              </a:ext>
            </a:extLst>
          </p:cNvPr>
          <p:cNvSpPr/>
          <p:nvPr/>
        </p:nvSpPr>
        <p:spPr>
          <a:xfrm>
            <a:off x="2803304" y="461172"/>
            <a:ext cx="487761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#Id</a:t>
            </a:r>
            <a:endParaRPr lang="en-IN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6979C9-43DA-4B28-233E-DAAB8111DF88}"/>
              </a:ext>
            </a:extLst>
          </p:cNvPr>
          <p:cNvSpPr txBox="1"/>
          <p:nvPr/>
        </p:nvSpPr>
        <p:spPr>
          <a:xfrm>
            <a:off x="1225418" y="237285"/>
            <a:ext cx="356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col</a:t>
            </a:r>
            <a:endParaRPr lang="en-IN" sz="1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9F0DBAF-75B1-7D3D-F12A-C11C2630D539}"/>
              </a:ext>
            </a:extLst>
          </p:cNvPr>
          <p:cNvCxnSpPr>
            <a:cxnSpLocks/>
          </p:cNvCxnSpPr>
          <p:nvPr/>
        </p:nvCxnSpPr>
        <p:spPr>
          <a:xfrm>
            <a:off x="4135908" y="-12752"/>
            <a:ext cx="0" cy="6870752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849448F-1C69-6CC9-FA91-734B0A9F61DF}"/>
              </a:ext>
            </a:extLst>
          </p:cNvPr>
          <p:cNvCxnSpPr>
            <a:cxnSpLocks/>
          </p:cNvCxnSpPr>
          <p:nvPr/>
        </p:nvCxnSpPr>
        <p:spPr>
          <a:xfrm>
            <a:off x="5103120" y="2255666"/>
            <a:ext cx="0" cy="4602334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87E3EEE-AAA5-FF40-FBA6-27A17620EB34}"/>
              </a:ext>
            </a:extLst>
          </p:cNvPr>
          <p:cNvCxnSpPr>
            <a:cxnSpLocks/>
          </p:cNvCxnSpPr>
          <p:nvPr/>
        </p:nvCxnSpPr>
        <p:spPr>
          <a:xfrm>
            <a:off x="7177168" y="2178452"/>
            <a:ext cx="0" cy="4679548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B8B3E69-60EA-F4F2-1FFD-A3A25F4980E2}"/>
              </a:ext>
            </a:extLst>
          </p:cNvPr>
          <p:cNvSpPr txBox="1"/>
          <p:nvPr/>
        </p:nvSpPr>
        <p:spPr>
          <a:xfrm>
            <a:off x="8175279" y="6482281"/>
            <a:ext cx="3395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users/user1/</a:t>
            </a:r>
            <a:r>
              <a:rPr lang="en-US" dirty="0" err="1"/>
              <a:t>initiative_list</a:t>
            </a:r>
            <a:r>
              <a:rPr lang="en-US" dirty="0"/>
              <a:t>/id/doc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E2A63-83E8-85AA-4CAE-37AFDF39B653}"/>
              </a:ext>
            </a:extLst>
          </p:cNvPr>
          <p:cNvSpPr txBox="1"/>
          <p:nvPr/>
        </p:nvSpPr>
        <p:spPr>
          <a:xfrm>
            <a:off x="4277308" y="1547566"/>
            <a:ext cx="356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col</a:t>
            </a:r>
            <a:endParaRPr lang="en-IN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2A1329-E188-37F0-F7D4-1A2E25B371DB}"/>
              </a:ext>
            </a:extLst>
          </p:cNvPr>
          <p:cNvSpPr txBox="1"/>
          <p:nvPr/>
        </p:nvSpPr>
        <p:spPr>
          <a:xfrm>
            <a:off x="4275840" y="839466"/>
            <a:ext cx="356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col</a:t>
            </a:r>
            <a:endParaRPr lang="en-IN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206032-F37F-030D-C652-7F2D4B35016C}"/>
              </a:ext>
            </a:extLst>
          </p:cNvPr>
          <p:cNvSpPr txBox="1"/>
          <p:nvPr/>
        </p:nvSpPr>
        <p:spPr>
          <a:xfrm>
            <a:off x="4274372" y="131366"/>
            <a:ext cx="356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col</a:t>
            </a:r>
            <a:endParaRPr lang="en-IN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B7A998-6DF5-1BEE-431E-F6B43FCDAD0D}"/>
              </a:ext>
            </a:extLst>
          </p:cNvPr>
          <p:cNvSpPr txBox="1"/>
          <p:nvPr/>
        </p:nvSpPr>
        <p:spPr>
          <a:xfrm>
            <a:off x="5237961" y="2256693"/>
            <a:ext cx="3946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doc</a:t>
            </a:r>
            <a:endParaRPr lang="en-IN" sz="1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4966C8-B5CF-BBBA-B4EF-99C067E935CE}"/>
              </a:ext>
            </a:extLst>
          </p:cNvPr>
          <p:cNvSpPr txBox="1"/>
          <p:nvPr/>
        </p:nvSpPr>
        <p:spPr>
          <a:xfrm>
            <a:off x="5237961" y="3792652"/>
            <a:ext cx="3946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doc</a:t>
            </a:r>
            <a:endParaRPr lang="en-IN" sz="1000" dirty="0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180DF8BC-C768-FD60-F384-9E2BB37E5BBA}"/>
              </a:ext>
            </a:extLst>
          </p:cNvPr>
          <p:cNvSpPr/>
          <p:nvPr/>
        </p:nvSpPr>
        <p:spPr>
          <a:xfrm>
            <a:off x="7325425" y="1672459"/>
            <a:ext cx="2766786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id, </a:t>
            </a:r>
            <a:r>
              <a:rPr lang="en-IN" sz="1400" dirty="0" err="1"/>
              <a:t>is_complete</a:t>
            </a:r>
            <a:r>
              <a:rPr lang="en-IN" sz="1400" dirty="0"/>
              <a:t>, index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7ABF678F-8123-EE12-0745-E5A6509EC6BD}"/>
              </a:ext>
            </a:extLst>
          </p:cNvPr>
          <p:cNvSpPr/>
          <p:nvPr/>
        </p:nvSpPr>
        <p:spPr>
          <a:xfrm>
            <a:off x="6014238" y="1740249"/>
            <a:ext cx="487761" cy="4097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#Id</a:t>
            </a:r>
            <a:endParaRPr lang="en-IN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997771F-C4EE-776E-7655-CC16C6DB3601}"/>
              </a:ext>
            </a:extLst>
          </p:cNvPr>
          <p:cNvSpPr txBox="1"/>
          <p:nvPr/>
        </p:nvSpPr>
        <p:spPr>
          <a:xfrm>
            <a:off x="5972651" y="1498282"/>
            <a:ext cx="3946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doc</a:t>
            </a:r>
            <a:endParaRPr lang="en-IN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9ADCFD5-2FE4-F914-79B3-C6CB74A56BDE}"/>
              </a:ext>
            </a:extLst>
          </p:cNvPr>
          <p:cNvSpPr txBox="1"/>
          <p:nvPr/>
        </p:nvSpPr>
        <p:spPr>
          <a:xfrm>
            <a:off x="7340539" y="1430412"/>
            <a:ext cx="356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col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536718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3086</TotalTime>
  <Words>200</Words>
  <Application>Microsoft Office PowerPoint</Application>
  <PresentationFormat>Widescreen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Yadav</dc:creator>
  <cp:lastModifiedBy>Ashwani Yadav</cp:lastModifiedBy>
  <cp:revision>11</cp:revision>
  <dcterms:created xsi:type="dcterms:W3CDTF">2025-06-14T00:48:15Z</dcterms:created>
  <dcterms:modified xsi:type="dcterms:W3CDTF">2025-10-06T09:13:01Z</dcterms:modified>
</cp:coreProperties>
</file>